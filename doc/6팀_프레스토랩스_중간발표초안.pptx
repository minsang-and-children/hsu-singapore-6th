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70" r:id="rId4"/>
    <p:sldId id="280" r:id="rId5"/>
    <p:sldId id="281" r:id="rId6"/>
    <p:sldId id="282" r:id="rId7"/>
    <p:sldId id="288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B1E69-E4F5-4794-B8CD-357C9AC9CD44}" v="23" dt="2025-11-11T03:13:56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103" autoAdjust="0"/>
  </p:normalViewPr>
  <p:slideViewPr>
    <p:cSldViewPr snapToGrid="0">
      <p:cViewPr varScale="1">
        <p:scale>
          <a:sx n="77" d="100"/>
          <a:sy n="77" d="100"/>
        </p:scale>
        <p:origin x="6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sang Kim" userId="6468c4fff3fc4eca" providerId="LiveId" clId="{70E18C95-CF4D-469E-BF63-7F33A29F1C68}"/>
    <pc:docChg chg="undo custSel addSld delSld modSld">
      <pc:chgData name="Minsang Kim" userId="6468c4fff3fc4eca" providerId="LiveId" clId="{70E18C95-CF4D-469E-BF63-7F33A29F1C68}" dt="2025-11-11T03:14:09.157" v="366" actId="20577"/>
      <pc:docMkLst>
        <pc:docMk/>
      </pc:docMkLst>
      <pc:sldChg chg="modSp mod">
        <pc:chgData name="Minsang Kim" userId="6468c4fff3fc4eca" providerId="LiveId" clId="{70E18C95-CF4D-469E-BF63-7F33A29F1C68}" dt="2025-11-11T03:08:24.437" v="188" actId="113"/>
        <pc:sldMkLst>
          <pc:docMk/>
          <pc:sldMk cId="3692906550" sldId="257"/>
        </pc:sldMkLst>
        <pc:spChg chg="mod">
          <ac:chgData name="Minsang Kim" userId="6468c4fff3fc4eca" providerId="LiveId" clId="{70E18C95-CF4D-469E-BF63-7F33A29F1C68}" dt="2025-11-11T03:06:06.635" v="43" actId="20577"/>
          <ac:spMkLst>
            <pc:docMk/>
            <pc:sldMk cId="3692906550" sldId="257"/>
            <ac:spMk id="14" creationId="{1A5EF8FD-3862-4749-A75D-B0576AEED7CF}"/>
          </ac:spMkLst>
        </pc:spChg>
        <pc:spChg chg="mod">
          <ac:chgData name="Minsang Kim" userId="6468c4fff3fc4eca" providerId="LiveId" clId="{70E18C95-CF4D-469E-BF63-7F33A29F1C68}" dt="2025-11-11T03:07:18.676" v="58" actId="20577"/>
          <ac:spMkLst>
            <pc:docMk/>
            <pc:sldMk cId="3692906550" sldId="257"/>
            <ac:spMk id="15" creationId="{A1291CDF-C67B-044E-AD4A-03E211710021}"/>
          </ac:spMkLst>
        </pc:spChg>
        <pc:spChg chg="mod">
          <ac:chgData name="Minsang Kim" userId="6468c4fff3fc4eca" providerId="LiveId" clId="{70E18C95-CF4D-469E-BF63-7F33A29F1C68}" dt="2025-11-11T03:08:24.437" v="188" actId="113"/>
          <ac:spMkLst>
            <pc:docMk/>
            <pc:sldMk cId="3692906550" sldId="257"/>
            <ac:spMk id="16" creationId="{4A990817-5CD5-0849-8825-17E4064F19BC}"/>
          </ac:spMkLst>
        </pc:spChg>
      </pc:sldChg>
      <pc:sldChg chg="modSp">
        <pc:chgData name="Minsang Kim" userId="6468c4fff3fc4eca" providerId="LiveId" clId="{70E18C95-CF4D-469E-BF63-7F33A29F1C68}" dt="2025-11-11T03:12:24.261" v="336"/>
        <pc:sldMkLst>
          <pc:docMk/>
          <pc:sldMk cId="4260510319" sldId="265"/>
        </pc:sldMkLst>
        <pc:spChg chg="mod">
          <ac:chgData name="Minsang Kim" userId="6468c4fff3fc4eca" providerId="LiveId" clId="{70E18C95-CF4D-469E-BF63-7F33A29F1C68}" dt="2025-11-11T03:12:24.261" v="336"/>
          <ac:spMkLst>
            <pc:docMk/>
            <pc:sldMk cId="4260510319" sldId="265"/>
            <ac:spMk id="9" creationId="{18A0F203-A643-7F5A-F871-F030C721FC29}"/>
          </ac:spMkLst>
        </pc:spChg>
      </pc:sldChg>
      <pc:sldChg chg="addSp delSp modSp mod">
        <pc:chgData name="Minsang Kim" userId="6468c4fff3fc4eca" providerId="LiveId" clId="{70E18C95-CF4D-469E-BF63-7F33A29F1C68}" dt="2025-11-11T03:09:45.106" v="198" actId="1076"/>
        <pc:sldMkLst>
          <pc:docMk/>
          <pc:sldMk cId="3468398595" sldId="269"/>
        </pc:sldMkLst>
        <pc:spChg chg="add">
          <ac:chgData name="Minsang Kim" userId="6468c4fff3fc4eca" providerId="LiveId" clId="{70E18C95-CF4D-469E-BF63-7F33A29F1C68}" dt="2025-11-11T03:09:32.657" v="193"/>
          <ac:spMkLst>
            <pc:docMk/>
            <pc:sldMk cId="3468398595" sldId="269"/>
            <ac:spMk id="2" creationId="{D3D7665F-0254-E321-72C6-C6E21D5A286C}"/>
          </ac:spMkLst>
        </pc:spChg>
        <pc:spChg chg="mod">
          <ac:chgData name="Minsang Kim" userId="6468c4fff3fc4eca" providerId="LiveId" clId="{70E18C95-CF4D-469E-BF63-7F33A29F1C68}" dt="2025-11-11T03:08:53.163" v="192"/>
          <ac:spMkLst>
            <pc:docMk/>
            <pc:sldMk cId="3468398595" sldId="269"/>
            <ac:spMk id="14" creationId="{4F71CBB6-5FCE-4464-503A-EA838E00EF1B}"/>
          </ac:spMkLst>
        </pc:spChg>
        <pc:picChg chg="add mod">
          <ac:chgData name="Minsang Kim" userId="6468c4fff3fc4eca" providerId="LiveId" clId="{70E18C95-CF4D-469E-BF63-7F33A29F1C68}" dt="2025-11-11T03:09:45.106" v="198" actId="1076"/>
          <ac:picMkLst>
            <pc:docMk/>
            <pc:sldMk cId="3468398595" sldId="269"/>
            <ac:picMk id="3" creationId="{266CA296-6702-EC45-CA69-15A8B156D860}"/>
          </ac:picMkLst>
        </pc:picChg>
        <pc:picChg chg="del mod">
          <ac:chgData name="Minsang Kim" userId="6468c4fff3fc4eca" providerId="LiveId" clId="{70E18C95-CF4D-469E-BF63-7F33A29F1C68}" dt="2025-11-11T03:08:38.600" v="190" actId="478"/>
          <ac:picMkLst>
            <pc:docMk/>
            <pc:sldMk cId="3468398595" sldId="269"/>
            <ac:picMk id="1026" creationId="{588308A5-F7D1-D02B-5496-7FADFDCA3D96}"/>
          </ac:picMkLst>
        </pc:picChg>
        <pc:picChg chg="del">
          <ac:chgData name="Minsang Kim" userId="6468c4fff3fc4eca" providerId="LiveId" clId="{70E18C95-CF4D-469E-BF63-7F33A29F1C68}" dt="2025-11-11T03:08:39.028" v="191" actId="478"/>
          <ac:picMkLst>
            <pc:docMk/>
            <pc:sldMk cId="3468398595" sldId="269"/>
            <ac:picMk id="1028" creationId="{9574018A-9CE3-D5C5-1D81-8540F96F0541}"/>
          </ac:picMkLst>
        </pc:picChg>
      </pc:sldChg>
      <pc:sldChg chg="modSp mod">
        <pc:chgData name="Minsang Kim" userId="6468c4fff3fc4eca" providerId="LiveId" clId="{70E18C95-CF4D-469E-BF63-7F33A29F1C68}" dt="2025-11-11T03:10:16.259" v="215" actId="20577"/>
        <pc:sldMkLst>
          <pc:docMk/>
          <pc:sldMk cId="499607305" sldId="270"/>
        </pc:sldMkLst>
        <pc:spChg chg="mod">
          <ac:chgData name="Minsang Kim" userId="6468c4fff3fc4eca" providerId="LiveId" clId="{70E18C95-CF4D-469E-BF63-7F33A29F1C68}" dt="2025-11-11T03:10:05.968" v="211" actId="1076"/>
          <ac:spMkLst>
            <pc:docMk/>
            <pc:sldMk cId="499607305" sldId="270"/>
            <ac:spMk id="7" creationId="{D337E46C-10A8-33AD-6F7F-4FC3C15E7FAF}"/>
          </ac:spMkLst>
        </pc:spChg>
        <pc:spChg chg="mod">
          <ac:chgData name="Minsang Kim" userId="6468c4fff3fc4eca" providerId="LiveId" clId="{70E18C95-CF4D-469E-BF63-7F33A29F1C68}" dt="2025-11-11T03:10:16.259" v="215" actId="20577"/>
          <ac:spMkLst>
            <pc:docMk/>
            <pc:sldMk cId="499607305" sldId="270"/>
            <ac:spMk id="14" creationId="{20B2B1D8-478C-FF20-7B42-929203B6A262}"/>
          </ac:spMkLst>
        </pc:spChg>
      </pc:sldChg>
      <pc:sldChg chg="del">
        <pc:chgData name="Minsang Kim" userId="6468c4fff3fc4eca" providerId="LiveId" clId="{70E18C95-CF4D-469E-BF63-7F33A29F1C68}" dt="2025-11-11T03:11:33.891" v="333" actId="47"/>
        <pc:sldMkLst>
          <pc:docMk/>
          <pc:sldMk cId="3529722927" sldId="271"/>
        </pc:sldMkLst>
      </pc:sldChg>
      <pc:sldChg chg="del">
        <pc:chgData name="Minsang Kim" userId="6468c4fff3fc4eca" providerId="LiveId" clId="{70E18C95-CF4D-469E-BF63-7F33A29F1C68}" dt="2025-11-11T03:12:30.014" v="337" actId="47"/>
        <pc:sldMkLst>
          <pc:docMk/>
          <pc:sldMk cId="4211812633" sldId="277"/>
        </pc:sldMkLst>
      </pc:sldChg>
      <pc:sldChg chg="del">
        <pc:chgData name="Minsang Kim" userId="6468c4fff3fc4eca" providerId="LiveId" clId="{70E18C95-CF4D-469E-BF63-7F33A29F1C68}" dt="2025-11-11T03:12:30.014" v="337" actId="47"/>
        <pc:sldMkLst>
          <pc:docMk/>
          <pc:sldMk cId="3689244413" sldId="278"/>
        </pc:sldMkLst>
      </pc:sldChg>
      <pc:sldChg chg="del">
        <pc:chgData name="Minsang Kim" userId="6468c4fff3fc4eca" providerId="LiveId" clId="{70E18C95-CF4D-469E-BF63-7F33A29F1C68}" dt="2025-11-11T03:12:30.014" v="337" actId="47"/>
        <pc:sldMkLst>
          <pc:docMk/>
          <pc:sldMk cId="3270186620" sldId="279"/>
        </pc:sldMkLst>
      </pc:sldChg>
      <pc:sldChg chg="modSp add mod">
        <pc:chgData name="Minsang Kim" userId="6468c4fff3fc4eca" providerId="LiveId" clId="{70E18C95-CF4D-469E-BF63-7F33A29F1C68}" dt="2025-11-11T03:10:49.062" v="256" actId="20577"/>
        <pc:sldMkLst>
          <pc:docMk/>
          <pc:sldMk cId="2843236909" sldId="280"/>
        </pc:sldMkLst>
        <pc:spChg chg="mod">
          <ac:chgData name="Minsang Kim" userId="6468c4fff3fc4eca" providerId="LiveId" clId="{70E18C95-CF4D-469E-BF63-7F33A29F1C68}" dt="2025-11-11T03:10:49.062" v="256" actId="20577"/>
          <ac:spMkLst>
            <pc:docMk/>
            <pc:sldMk cId="2843236909" sldId="280"/>
            <ac:spMk id="7" creationId="{1C5769BF-BCCB-EB2E-0423-2180476F6AF0}"/>
          </ac:spMkLst>
        </pc:spChg>
        <pc:spChg chg="mod">
          <ac:chgData name="Minsang Kim" userId="6468c4fff3fc4eca" providerId="LiveId" clId="{70E18C95-CF4D-469E-BF63-7F33A29F1C68}" dt="2025-11-11T03:10:40.780" v="227" actId="20577"/>
          <ac:spMkLst>
            <pc:docMk/>
            <pc:sldMk cId="2843236909" sldId="280"/>
            <ac:spMk id="14" creationId="{3496F4FA-0927-5880-6D7F-860431C467B0}"/>
          </ac:spMkLst>
        </pc:spChg>
      </pc:sldChg>
      <pc:sldChg chg="addSp delSp modSp add mod">
        <pc:chgData name="Minsang Kim" userId="6468c4fff3fc4eca" providerId="LiveId" clId="{70E18C95-CF4D-469E-BF63-7F33A29F1C68}" dt="2025-11-11T03:14:09.157" v="366" actId="20577"/>
        <pc:sldMkLst>
          <pc:docMk/>
          <pc:sldMk cId="1634836559" sldId="281"/>
        </pc:sldMkLst>
        <pc:spChg chg="mod">
          <ac:chgData name="Minsang Kim" userId="6468c4fff3fc4eca" providerId="LiveId" clId="{70E18C95-CF4D-469E-BF63-7F33A29F1C68}" dt="2025-11-11T03:14:09.157" v="366" actId="20577"/>
          <ac:spMkLst>
            <pc:docMk/>
            <pc:sldMk cId="1634836559" sldId="281"/>
            <ac:spMk id="7" creationId="{4A297B73-7099-09B3-95F6-65C386EF88CE}"/>
          </ac:spMkLst>
        </pc:spChg>
        <pc:spChg chg="mod">
          <ac:chgData name="Minsang Kim" userId="6468c4fff3fc4eca" providerId="LiveId" clId="{70E18C95-CF4D-469E-BF63-7F33A29F1C68}" dt="2025-11-11T03:11:08.805" v="297" actId="20577"/>
          <ac:spMkLst>
            <pc:docMk/>
            <pc:sldMk cId="1634836559" sldId="281"/>
            <ac:spMk id="14" creationId="{45411AA4-9DA0-5896-62AA-CB3CEFA1815A}"/>
          </ac:spMkLst>
        </pc:spChg>
        <pc:graphicFrameChg chg="add del mod modGraphic">
          <ac:chgData name="Minsang Kim" userId="6468c4fff3fc4eca" providerId="LiveId" clId="{70E18C95-CF4D-469E-BF63-7F33A29F1C68}" dt="2025-11-11T03:10:58.851" v="261" actId="478"/>
          <ac:graphicFrameMkLst>
            <pc:docMk/>
            <pc:sldMk cId="1634836559" sldId="281"/>
            <ac:graphicFrameMk id="3" creationId="{8C60209C-73B8-CD9E-81B8-D179560EEBEE}"/>
          </ac:graphicFrameMkLst>
        </pc:graphicFrameChg>
      </pc:sldChg>
      <pc:sldChg chg="modSp add mod">
        <pc:chgData name="Minsang Kim" userId="6468c4fff3fc4eca" providerId="LiveId" clId="{70E18C95-CF4D-469E-BF63-7F33A29F1C68}" dt="2025-11-11T03:11:25.935" v="332" actId="20577"/>
        <pc:sldMkLst>
          <pc:docMk/>
          <pc:sldMk cId="1471377204" sldId="282"/>
        </pc:sldMkLst>
        <pc:spChg chg="mod">
          <ac:chgData name="Minsang Kim" userId="6468c4fff3fc4eca" providerId="LiveId" clId="{70E18C95-CF4D-469E-BF63-7F33A29F1C68}" dt="2025-11-11T03:11:25.935" v="332" actId="20577"/>
          <ac:spMkLst>
            <pc:docMk/>
            <pc:sldMk cId="1471377204" sldId="282"/>
            <ac:spMk id="14" creationId="{9B3817F6-512F-3E13-F779-84CA7B6B5269}"/>
          </ac:spMkLst>
        </pc:spChg>
      </pc:sldChg>
      <pc:sldChg chg="modSp add">
        <pc:chgData name="Minsang Kim" userId="6468c4fff3fc4eca" providerId="LiveId" clId="{70E18C95-CF4D-469E-BF63-7F33A29F1C68}" dt="2025-11-11T03:12:21.764" v="335"/>
        <pc:sldMkLst>
          <pc:docMk/>
          <pc:sldMk cId="1005550874" sldId="288"/>
        </pc:sldMkLst>
        <pc:spChg chg="mod">
          <ac:chgData name="Minsang Kim" userId="6468c4fff3fc4eca" providerId="LiveId" clId="{70E18C95-CF4D-469E-BF63-7F33A29F1C68}" dt="2025-11-11T03:12:21.764" v="335"/>
          <ac:spMkLst>
            <pc:docMk/>
            <pc:sldMk cId="1005550874" sldId="288"/>
            <ac:spMk id="9" creationId="{DF3D0C9A-2C0A-7699-75F7-BF4808B1B2B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84CA5-3B25-7D6C-AF07-9F00ED08B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67485C-E70F-D0EC-1246-EB86CE6C5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D658B0-747A-5F7F-5F67-0C683966E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DBAD-6856-4DBA-AA08-DC4A0498750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0A8FFD-B093-3544-BB63-A2E7C2FC6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E6D1D6-60F7-5115-BC04-02C4A65A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4C81-A91A-4CD4-ADE2-FB1B38F67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960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E7D8E-9EF3-1EC0-EBAB-6B935F0C0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DDF9CC-7699-C492-F899-5001CA2B5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CB68D8-8872-E82C-D865-6CE146DA9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DBAD-6856-4DBA-AA08-DC4A0498750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9F4D6F-2B59-8162-603D-C7686586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7FDC49-104C-F3B6-15BE-A6DB842F8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4C81-A91A-4CD4-ADE2-FB1B38F67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29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9D58B7-06A6-3112-B7CF-8E368DBA7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228C86-0037-3763-DE13-AAA996C14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6C407C-3580-29AE-C652-0ED0F139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DBAD-6856-4DBA-AA08-DC4A0498750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586984-CC80-8A24-FFD7-A41FC334F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0A7877-A7A8-AA41-2024-2C18B25F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4C81-A91A-4CD4-ADE2-FB1B38F67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87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200125-7AA4-2C42-7FB5-28502C70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1AD70-6F1A-C4EF-5D96-5FF1F432D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012F83-CB27-328F-8BF4-E8A7702C9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E143CF-7B56-0B64-D7C8-E40649273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DBAD-6856-4DBA-AA08-DC4A0498750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F92EB0-5CB1-324B-51EF-7E753EF1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E1ECA7-8CD2-0565-6F2C-DCB1C3E9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4C81-A91A-4CD4-ADE2-FB1B38F67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212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21B51-FB5D-F447-5BE7-EE5EC9365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AAB360-5E11-2CC1-D477-B9E57ED33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A6192D-C0E6-7DA2-878F-DDC8D2533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025719-D129-0B01-0290-36D683B51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248756-68F6-1701-C426-AC8CC985B9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A01DEFF-458A-5DA4-2446-BAF13200C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DBAD-6856-4DBA-AA08-DC4A0498750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9084F3-CA29-262B-8544-FAE019AFC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D27ABD-ACBB-AA9B-F8C7-2490F3BD7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4C81-A91A-4CD4-ADE2-FB1B38F67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135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E5C8BB-2887-3985-77F9-2BBBEE6D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D7D345-17AA-62C7-9201-5EE6DEDD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DBAD-6856-4DBA-AA08-DC4A0498750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E3E411-78C1-FCFF-A7F6-A471F7C0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199768-86F8-D175-4231-7FA21374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4C81-A91A-4CD4-ADE2-FB1B38F67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292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68D0DA-668C-F268-F2AE-924BDEA22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DBAD-6856-4DBA-AA08-DC4A0498750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7EA234D-DB96-C999-F16F-E10D333E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27A404-3048-F998-8C20-14C0D56E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4C81-A91A-4CD4-ADE2-FB1B38F67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44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9BB00-EAE0-1446-16FE-F5E63657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5C782D-55AC-9929-9264-4B1BAF8D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B919D7-63A8-E03E-5058-71D615303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018212-E336-0BB4-0EB1-A50F2439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DBAD-6856-4DBA-AA08-DC4A0498750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EE0DE9-F36F-2FC3-56EF-6DA308923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4FB779-CF75-72AA-B723-7738E2D3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4C81-A91A-4CD4-ADE2-FB1B38F67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127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40DE1-D049-80F6-D494-4F90CF6C3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9725F5-C0B6-906B-89FC-C7A59060E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1C3CC8-44A1-B158-7278-0CFBA95A1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D74577-9CA5-C7C5-60CD-4B70154CE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DBAD-6856-4DBA-AA08-DC4A0498750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3705BF-DCE1-8EE0-3F88-5F67C8E5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F2A10B-5704-F375-EB60-418EA1A2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4C81-A91A-4CD4-ADE2-FB1B38F67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04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4C177-51EB-8F44-E384-13A3F294E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9AF408-2D0E-6BF1-78FC-6B9AB67F3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58DF97-C89F-E175-F1C1-F7381AC3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DBAD-6856-4DBA-AA08-DC4A0498750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6A1498-51B8-A697-170B-EDC50EF3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BE1F74-C118-DDDF-6781-C26D2C0A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4C81-A91A-4CD4-ADE2-FB1B38F67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398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19C6AB-4D42-E8B7-CF61-6CBBF33A39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87A606-C5A8-6AE4-0DB3-671E3E114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C5DEDE-3A2A-E41B-FF5A-9D72D9F67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DBAD-6856-4DBA-AA08-DC4A0498750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26520A-14CC-2703-55FD-A885ECBF7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9A14C9-B8B1-ED3C-322D-131C448E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4C81-A91A-4CD4-ADE2-FB1B38F67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116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6BFC55-763F-7B9F-8C88-75F77A12C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79A1C5-B6BD-2099-34D6-58DD3B6E3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A5F48-3411-0123-328B-2022960F5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BDBAD-6856-4DBA-AA08-DC4A0498750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904D50-BD9B-61E1-7EE9-C2B5DA1BB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ED189A-B5BE-44C1-8A44-315CD09A9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64C81-A91A-4CD4-ADE2-FB1B38F67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166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B8ABE8F-5863-DF4E-91BD-883D654F7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736" y="404502"/>
            <a:ext cx="1204090" cy="361668"/>
          </a:xfrm>
          <a:prstGeom prst="rect">
            <a:avLst/>
          </a:prstGeom>
        </p:spPr>
      </p:pic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7FEF54F7-B610-FD43-972A-4B4379F478B0}"/>
              </a:ext>
            </a:extLst>
          </p:cNvPr>
          <p:cNvCxnSpPr>
            <a:cxnSpLocks/>
          </p:cNvCxnSpPr>
          <p:nvPr/>
        </p:nvCxnSpPr>
        <p:spPr>
          <a:xfrm>
            <a:off x="380144" y="404502"/>
            <a:ext cx="2701259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66914739-23BF-4B4B-AE7B-EFEE8C2F6395}"/>
              </a:ext>
            </a:extLst>
          </p:cNvPr>
          <p:cNvCxnSpPr>
            <a:cxnSpLocks/>
          </p:cNvCxnSpPr>
          <p:nvPr/>
        </p:nvCxnSpPr>
        <p:spPr>
          <a:xfrm>
            <a:off x="380144" y="1945203"/>
            <a:ext cx="2701259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제목 4">
            <a:extLst>
              <a:ext uri="{FF2B5EF4-FFF2-40B4-BE49-F238E27FC236}">
                <a16:creationId xmlns:a16="http://schemas.microsoft.com/office/drawing/2014/main" id="{1A5EF8FD-3862-4749-A75D-B0576AEED7CF}"/>
              </a:ext>
            </a:extLst>
          </p:cNvPr>
          <p:cNvSpPr txBox="1">
            <a:spLocks/>
          </p:cNvSpPr>
          <p:nvPr/>
        </p:nvSpPr>
        <p:spPr>
          <a:xfrm>
            <a:off x="342566" y="540694"/>
            <a:ext cx="8830850" cy="9524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2">
                    <a:lumMod val="25000"/>
                  </a:schemeClr>
                </a:solidFill>
                <a:latin typeface="NanumSquareOTF_ac ExtraBold" panose="020B0600000101010101" pitchFamily="34" charset="-127"/>
                <a:ea typeface="NanumSquareOTF_ac ExtraBold" panose="020B0600000101010101" pitchFamily="34" charset="-127"/>
              </a:rPr>
              <a:t>SW·AI </a:t>
            </a:r>
            <a:r>
              <a:rPr lang="ko-KR" altLang="en-US" sz="2000" b="1" dirty="0">
                <a:solidFill>
                  <a:schemeClr val="bg2">
                    <a:lumMod val="25000"/>
                  </a:schemeClr>
                </a:solidFill>
                <a:latin typeface="NanumSquareOTF_ac ExtraBold" panose="020B0600000101010101" pitchFamily="34" charset="-127"/>
                <a:ea typeface="NanumSquareOTF_ac ExtraBold" panose="020B0600000101010101" pitchFamily="34" charset="-127"/>
              </a:rPr>
              <a:t>산학연계프로젝트 해외연수</a:t>
            </a:r>
            <a:endParaRPr lang="en-US" altLang="ko-KR" sz="2000" b="1" dirty="0">
              <a:solidFill>
                <a:schemeClr val="bg2">
                  <a:lumMod val="25000"/>
                </a:schemeClr>
              </a:solidFill>
              <a:latin typeface="NanumSquareOTF_ac ExtraBold" panose="020B0600000101010101" pitchFamily="34" charset="-127"/>
              <a:ea typeface="NanumSquareOTF_ac ExtraBold" panose="020B0600000101010101" pitchFamily="34" charset="-127"/>
            </a:endParaRPr>
          </a:p>
          <a:p>
            <a:pPr algn="l"/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anumSquareOTF_ac ExtraBold" panose="020B0600000101010101" pitchFamily="34" charset="-127"/>
              <a:ea typeface="NanumSquareOTF_ac ExtraBold" panose="020B0600000101010101" pitchFamily="34" charset="-127"/>
            </a:endParaRPr>
          </a:p>
          <a:p>
            <a:pPr algn="l"/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anumSquareOTF_ac ExtraBold" panose="020B0600000101010101" pitchFamily="34" charset="-127"/>
                <a:ea typeface="NanumSquareOTF_ac ExtraBold" panose="020B0600000101010101" pitchFamily="34" charset="-127"/>
              </a:rPr>
              <a:t>-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anumSquareOTF_ac ExtraBold" panose="020B0600000101010101" pitchFamily="34" charset="-127"/>
                <a:ea typeface="NanumSquareOTF_ac ExtraBold" panose="020B0600000101010101" pitchFamily="34" charset="-127"/>
              </a:rPr>
              <a:t>프레스토 </a:t>
            </a:r>
            <a:r>
              <a:rPr lang="ko-KR" altLang="en-US" sz="1600" b="1" dirty="0" err="1">
                <a:solidFill>
                  <a:schemeClr val="bg2">
                    <a:lumMod val="25000"/>
                  </a:schemeClr>
                </a:solidFill>
                <a:latin typeface="NanumSquareOTF_ac ExtraBold" panose="020B0600000101010101" pitchFamily="34" charset="-127"/>
                <a:ea typeface="NanumSquareOTF_ac ExtraBold" panose="020B0600000101010101" pitchFamily="34" charset="-127"/>
              </a:rPr>
              <a:t>랩스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anumSquareOTF_ac ExtraBold" panose="020B0600000101010101" pitchFamily="34" charset="-127"/>
                <a:ea typeface="NanumSquareOTF_ac ExtraBold" panose="020B0600000101010101" pitchFamily="34" charset="-127"/>
              </a:rPr>
              <a:t> 과제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anumSquareOTF_ac ExtraBold" panose="020B0600000101010101" pitchFamily="34" charset="-127"/>
                <a:ea typeface="NanumSquareOTF_ac ExtraBold" panose="020B0600000101010101" pitchFamily="34" charset="-127"/>
              </a:rPr>
              <a:t>1</a:t>
            </a:r>
            <a:endParaRPr lang="ko-Kore-KR" altLang="en-US" sz="1600" dirty="0">
              <a:solidFill>
                <a:schemeClr val="bg2">
                  <a:lumMod val="25000"/>
                </a:schemeClr>
              </a:solidFill>
              <a:latin typeface="NanumSquareOTF_ac ExtraBold" panose="020B0600000101010101" pitchFamily="34" charset="-127"/>
              <a:ea typeface="NanumSquareOTF_ac ExtraBold" panose="020B0600000101010101" pitchFamily="34" charset="-127"/>
            </a:endParaRPr>
          </a:p>
        </p:txBody>
      </p:sp>
      <p:sp>
        <p:nvSpPr>
          <p:cNvPr id="15" name="제목 4">
            <a:extLst>
              <a:ext uri="{FF2B5EF4-FFF2-40B4-BE49-F238E27FC236}">
                <a16:creationId xmlns:a16="http://schemas.microsoft.com/office/drawing/2014/main" id="{A1291CDF-C67B-044E-AD4A-03E211710021}"/>
              </a:ext>
            </a:extLst>
          </p:cNvPr>
          <p:cNvSpPr txBox="1">
            <a:spLocks/>
          </p:cNvSpPr>
          <p:nvPr/>
        </p:nvSpPr>
        <p:spPr>
          <a:xfrm>
            <a:off x="342566" y="1493134"/>
            <a:ext cx="11849434" cy="15278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60000"/>
              </a:lnSpc>
            </a:pPr>
            <a:r>
              <a:rPr lang="ko-KR" altLang="en-US" sz="25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팀 프로젝트 중간 발표 자료</a:t>
            </a:r>
            <a:endParaRPr lang="en-US" altLang="ko-KR" sz="2500" b="1" dirty="0">
              <a:solidFill>
                <a:schemeClr val="bg2">
                  <a:lumMod val="25000"/>
                </a:schemeClr>
              </a:solidFill>
              <a:latin typeface="NanumSquareOTF_ac" panose="020B0600000101010101" pitchFamily="34" charset="-127"/>
              <a:ea typeface="NanumSquareOTF_ac" panose="020B0600000101010101" pitchFamily="34" charset="-127"/>
            </a:endParaRPr>
          </a:p>
          <a:p>
            <a:pPr>
              <a:lnSpc>
                <a:spcPct val="160000"/>
              </a:lnSpc>
            </a:pPr>
            <a:r>
              <a:rPr lang="en-US" altLang="ko-KR" sz="25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- </a:t>
            </a:r>
            <a:r>
              <a:rPr lang="ko-KR" altLang="en-US" sz="25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관세청 수출 데이터로 주식가격 예측하기</a:t>
            </a:r>
            <a:endParaRPr lang="en-US" altLang="ko-KR" sz="2500" b="1" dirty="0">
              <a:solidFill>
                <a:schemeClr val="bg2">
                  <a:lumMod val="25000"/>
                </a:schemeClr>
              </a:solidFill>
              <a:latin typeface="NanumSquareOTF_ac" panose="020B0600000101010101" pitchFamily="34" charset="-127"/>
              <a:ea typeface="NanumSquareOTF_ac" panose="020B0600000101010101" pitchFamily="34" charset="-127"/>
            </a:endParaRPr>
          </a:p>
        </p:txBody>
      </p:sp>
      <p:pic>
        <p:nvPicPr>
          <p:cNvPr id="20" name="그림 19" descr="표지판, 시계, 그리기이(가) 표시된 사진&#10;&#10;자동 생성된 설명">
            <a:extLst>
              <a:ext uri="{FF2B5EF4-FFF2-40B4-BE49-F238E27FC236}">
                <a16:creationId xmlns:a16="http://schemas.microsoft.com/office/drawing/2014/main" id="{20EB4D39-1651-C246-80EF-FC4F2F8ECF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10387405" y="5823939"/>
            <a:ext cx="1416421" cy="664177"/>
          </a:xfrm>
          <a:prstGeom prst="rect">
            <a:avLst/>
          </a:prstGeom>
        </p:spPr>
      </p:pic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173DE61C-9B67-B34E-A0E1-57F6D4BF7B8A}"/>
              </a:ext>
            </a:extLst>
          </p:cNvPr>
          <p:cNvCxnSpPr>
            <a:cxnSpLocks/>
          </p:cNvCxnSpPr>
          <p:nvPr/>
        </p:nvCxnSpPr>
        <p:spPr>
          <a:xfrm>
            <a:off x="380144" y="6522445"/>
            <a:ext cx="2701259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4">
            <a:extLst>
              <a:ext uri="{FF2B5EF4-FFF2-40B4-BE49-F238E27FC236}">
                <a16:creationId xmlns:a16="http://schemas.microsoft.com/office/drawing/2014/main" id="{4A990817-5CD5-0849-8825-17E4064F19BC}"/>
              </a:ext>
            </a:extLst>
          </p:cNvPr>
          <p:cNvSpPr txBox="1">
            <a:spLocks/>
          </p:cNvSpPr>
          <p:nvPr/>
        </p:nvSpPr>
        <p:spPr>
          <a:xfrm>
            <a:off x="342566" y="5182613"/>
            <a:ext cx="2961073" cy="12708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60000"/>
              </a:lnSpc>
            </a:pPr>
            <a:r>
              <a:rPr lang="ko-KR" altLang="en-US" sz="1400" b="1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김민상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(AI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응용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/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모바일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)</a:t>
            </a:r>
          </a:p>
          <a:p>
            <a:pPr algn="l">
              <a:lnSpc>
                <a:spcPct val="160000"/>
              </a:lnSpc>
            </a:pPr>
            <a:r>
              <a:rPr lang="ko-KR" altLang="en-US" sz="1400" b="1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임재모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(</a:t>
            </a:r>
            <a:r>
              <a:rPr lang="ko-KR" altLang="en-US" sz="1400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웹공학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/AI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응용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)</a:t>
            </a:r>
          </a:p>
          <a:p>
            <a:pPr algn="l">
              <a:lnSpc>
                <a:spcPct val="160000"/>
              </a:lnSpc>
            </a:pP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최준희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(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모바일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/</a:t>
            </a:r>
            <a:r>
              <a:rPr lang="ko-KR" altLang="en-US" sz="1400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웹공학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)</a:t>
            </a:r>
          </a:p>
          <a:p>
            <a:pPr algn="l">
              <a:lnSpc>
                <a:spcPct val="160000"/>
              </a:lnSpc>
            </a:pPr>
            <a:r>
              <a:rPr lang="ko-KR" altLang="en-US" sz="1400" b="1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최은비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(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모바일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/</a:t>
            </a:r>
            <a:r>
              <a:rPr lang="ko-KR" altLang="en-US" sz="1400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디콘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2906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600D-C15B-1ACF-9BED-16A41E09B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60B6F5B-5778-6688-DDE7-7C3E04D9D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736" y="404502"/>
            <a:ext cx="1204090" cy="361668"/>
          </a:xfrm>
          <a:prstGeom prst="rect">
            <a:avLst/>
          </a:prstGeom>
        </p:spPr>
      </p:pic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A9D27776-42BB-F982-B9A1-20042F1092AD}"/>
              </a:ext>
            </a:extLst>
          </p:cNvPr>
          <p:cNvCxnSpPr>
            <a:cxnSpLocks/>
          </p:cNvCxnSpPr>
          <p:nvPr/>
        </p:nvCxnSpPr>
        <p:spPr>
          <a:xfrm>
            <a:off x="380144" y="404502"/>
            <a:ext cx="10054037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제목 4">
            <a:extLst>
              <a:ext uri="{FF2B5EF4-FFF2-40B4-BE49-F238E27FC236}">
                <a16:creationId xmlns:a16="http://schemas.microsoft.com/office/drawing/2014/main" id="{4F71CBB6-5FCE-4464-503A-EA838E00EF1B}"/>
              </a:ext>
            </a:extLst>
          </p:cNvPr>
          <p:cNvSpPr txBox="1">
            <a:spLocks/>
          </p:cNvSpPr>
          <p:nvPr/>
        </p:nvSpPr>
        <p:spPr>
          <a:xfrm>
            <a:off x="342566" y="216861"/>
            <a:ext cx="4575798" cy="736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60000"/>
              </a:lnSpc>
            </a:pPr>
            <a:r>
              <a:rPr lang="en-US" altLang="ko-KR" sz="20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1.</a:t>
            </a:r>
            <a:r>
              <a:rPr lang="ko-KR" altLang="en-US" sz="20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팀 소개</a:t>
            </a:r>
            <a:endParaRPr lang="ko-Kore-KR" altLang="en-US" sz="2000" b="1" dirty="0">
              <a:solidFill>
                <a:schemeClr val="bg2">
                  <a:lumMod val="25000"/>
                </a:schemeClr>
              </a:solidFill>
              <a:latin typeface="NanumSquareOTF_ac" panose="020B0600000101010101" pitchFamily="34" charset="-127"/>
              <a:ea typeface="NanumSquareOTF_ac" panose="020B0600000101010101" pitchFamily="34" charset="-127"/>
            </a:endParaRPr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CDDD597D-A54D-8F4C-A254-E12790641129}"/>
              </a:ext>
            </a:extLst>
          </p:cNvPr>
          <p:cNvCxnSpPr>
            <a:cxnSpLocks/>
          </p:cNvCxnSpPr>
          <p:nvPr/>
        </p:nvCxnSpPr>
        <p:spPr>
          <a:xfrm>
            <a:off x="380144" y="1171480"/>
            <a:ext cx="11422719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4EECE6D3-AD3F-743D-D1B1-0C8D8E21A679}"/>
              </a:ext>
            </a:extLst>
          </p:cNvPr>
          <p:cNvCxnSpPr>
            <a:cxnSpLocks/>
          </p:cNvCxnSpPr>
          <p:nvPr/>
        </p:nvCxnSpPr>
        <p:spPr>
          <a:xfrm>
            <a:off x="380144" y="6325902"/>
            <a:ext cx="11423682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266CA296-6702-EC45-CA69-15A8B156D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276" y="1332583"/>
            <a:ext cx="8590608" cy="483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39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CC185-F94A-C896-D945-A38655B3E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E6907AF-1FFB-2FFE-F006-3D1DE9C5E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736" y="404502"/>
            <a:ext cx="1204090" cy="361668"/>
          </a:xfrm>
          <a:prstGeom prst="rect">
            <a:avLst/>
          </a:prstGeom>
        </p:spPr>
      </p:pic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FB2E859E-64D4-CA14-9AB5-606289E55F5B}"/>
              </a:ext>
            </a:extLst>
          </p:cNvPr>
          <p:cNvCxnSpPr>
            <a:cxnSpLocks/>
          </p:cNvCxnSpPr>
          <p:nvPr/>
        </p:nvCxnSpPr>
        <p:spPr>
          <a:xfrm>
            <a:off x="380144" y="404502"/>
            <a:ext cx="10054037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제목 4">
            <a:extLst>
              <a:ext uri="{FF2B5EF4-FFF2-40B4-BE49-F238E27FC236}">
                <a16:creationId xmlns:a16="http://schemas.microsoft.com/office/drawing/2014/main" id="{20B2B1D8-478C-FF20-7B42-929203B6A262}"/>
              </a:ext>
            </a:extLst>
          </p:cNvPr>
          <p:cNvSpPr txBox="1">
            <a:spLocks/>
          </p:cNvSpPr>
          <p:nvPr/>
        </p:nvSpPr>
        <p:spPr>
          <a:xfrm>
            <a:off x="342566" y="216861"/>
            <a:ext cx="4575798" cy="736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60000"/>
              </a:lnSpc>
            </a:pPr>
            <a:r>
              <a:rPr lang="en-US" altLang="ko-KR" sz="20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2.</a:t>
            </a:r>
            <a:r>
              <a:rPr lang="ko-KR" altLang="en-US" sz="20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프로젝트 주제</a:t>
            </a:r>
            <a:endParaRPr lang="ko-Kore-KR" altLang="en-US" sz="2000" b="1" dirty="0">
              <a:solidFill>
                <a:schemeClr val="bg2">
                  <a:lumMod val="25000"/>
                </a:schemeClr>
              </a:solidFill>
              <a:latin typeface="NanumSquareOTF_ac" panose="020B0600000101010101" pitchFamily="34" charset="-127"/>
              <a:ea typeface="NanumSquareOTF_ac" panose="020B0600000101010101" pitchFamily="34" charset="-127"/>
            </a:endParaRPr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DA58C1E2-7B8F-FFE2-C40E-19B896A32ECB}"/>
              </a:ext>
            </a:extLst>
          </p:cNvPr>
          <p:cNvCxnSpPr>
            <a:cxnSpLocks/>
          </p:cNvCxnSpPr>
          <p:nvPr/>
        </p:nvCxnSpPr>
        <p:spPr>
          <a:xfrm>
            <a:off x="380144" y="1171480"/>
            <a:ext cx="11422719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C9F0A6E0-1287-C54B-28BA-4B78CD594839}"/>
              </a:ext>
            </a:extLst>
          </p:cNvPr>
          <p:cNvCxnSpPr>
            <a:cxnSpLocks/>
          </p:cNvCxnSpPr>
          <p:nvPr/>
        </p:nvCxnSpPr>
        <p:spPr>
          <a:xfrm>
            <a:off x="380144" y="6325902"/>
            <a:ext cx="11423682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337E46C-10A8-33AD-6F7F-4FC3C15E7FAF}"/>
              </a:ext>
            </a:extLst>
          </p:cNvPr>
          <p:cNvSpPr txBox="1"/>
          <p:nvPr/>
        </p:nvSpPr>
        <p:spPr>
          <a:xfrm>
            <a:off x="731739" y="1302428"/>
            <a:ext cx="11071124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900" b="1" dirty="0"/>
              <a:t>프로젝트 주제</a:t>
            </a:r>
            <a:r>
              <a:rPr lang="en-US" altLang="ko-KR" sz="1700" dirty="0"/>
              <a:t>:</a:t>
            </a:r>
            <a:endParaRPr lang="en-US" altLang="ko-KR" sz="1900" b="1" dirty="0"/>
          </a:p>
          <a:p>
            <a:endParaRPr lang="en-US" altLang="ko-KR" sz="1700" dirty="0"/>
          </a:p>
          <a:p>
            <a:endParaRPr lang="en-US" altLang="ko-KR" sz="1900" dirty="0"/>
          </a:p>
        </p:txBody>
      </p:sp>
    </p:spTree>
    <p:extLst>
      <p:ext uri="{BB962C8B-B14F-4D97-AF65-F5344CB8AC3E}">
        <p14:creationId xmlns:p14="http://schemas.microsoft.com/office/powerpoint/2010/main" val="499607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73F1C-FE44-7381-ECC3-47F51F8B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C993681-2BAF-642D-8297-9BF466C9A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736" y="404502"/>
            <a:ext cx="1204090" cy="361668"/>
          </a:xfrm>
          <a:prstGeom prst="rect">
            <a:avLst/>
          </a:prstGeom>
        </p:spPr>
      </p:pic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F07B06CF-7215-F2C1-5EC0-01309BEE99A6}"/>
              </a:ext>
            </a:extLst>
          </p:cNvPr>
          <p:cNvCxnSpPr>
            <a:cxnSpLocks/>
          </p:cNvCxnSpPr>
          <p:nvPr/>
        </p:nvCxnSpPr>
        <p:spPr>
          <a:xfrm>
            <a:off x="380144" y="404502"/>
            <a:ext cx="10054037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제목 4">
            <a:extLst>
              <a:ext uri="{FF2B5EF4-FFF2-40B4-BE49-F238E27FC236}">
                <a16:creationId xmlns:a16="http://schemas.microsoft.com/office/drawing/2014/main" id="{3496F4FA-0927-5880-6D7F-860431C467B0}"/>
              </a:ext>
            </a:extLst>
          </p:cNvPr>
          <p:cNvSpPr txBox="1">
            <a:spLocks/>
          </p:cNvSpPr>
          <p:nvPr/>
        </p:nvSpPr>
        <p:spPr>
          <a:xfrm>
            <a:off x="342566" y="216861"/>
            <a:ext cx="4575798" cy="736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60000"/>
              </a:lnSpc>
            </a:pPr>
            <a:r>
              <a:rPr lang="en-US" altLang="ko-KR" sz="20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3.</a:t>
            </a:r>
            <a:r>
              <a:rPr lang="ko-KR" altLang="en-US" sz="20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프로젝트 목표</a:t>
            </a:r>
            <a:endParaRPr lang="ko-Kore-KR" altLang="en-US" sz="2000" b="1" dirty="0">
              <a:solidFill>
                <a:schemeClr val="bg2">
                  <a:lumMod val="25000"/>
                </a:schemeClr>
              </a:solidFill>
              <a:latin typeface="NanumSquareOTF_ac" panose="020B0600000101010101" pitchFamily="34" charset="-127"/>
              <a:ea typeface="NanumSquareOTF_ac" panose="020B0600000101010101" pitchFamily="34" charset="-127"/>
            </a:endParaRPr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FFDA1376-5257-B77E-7D88-124080DB7870}"/>
              </a:ext>
            </a:extLst>
          </p:cNvPr>
          <p:cNvCxnSpPr>
            <a:cxnSpLocks/>
          </p:cNvCxnSpPr>
          <p:nvPr/>
        </p:nvCxnSpPr>
        <p:spPr>
          <a:xfrm>
            <a:off x="380144" y="1171480"/>
            <a:ext cx="11422719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C1659149-3F25-254A-4924-80000D6EB8DE}"/>
              </a:ext>
            </a:extLst>
          </p:cNvPr>
          <p:cNvCxnSpPr>
            <a:cxnSpLocks/>
          </p:cNvCxnSpPr>
          <p:nvPr/>
        </p:nvCxnSpPr>
        <p:spPr>
          <a:xfrm>
            <a:off x="380144" y="6325902"/>
            <a:ext cx="11423682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C5769BF-BCCB-EB2E-0423-2180476F6AF0}"/>
              </a:ext>
            </a:extLst>
          </p:cNvPr>
          <p:cNvSpPr txBox="1"/>
          <p:nvPr/>
        </p:nvSpPr>
        <p:spPr>
          <a:xfrm>
            <a:off x="731739" y="1302428"/>
            <a:ext cx="11071124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900" b="1" dirty="0"/>
              <a:t>프로젝트 목표</a:t>
            </a:r>
            <a:r>
              <a:rPr lang="en-US" altLang="ko-KR" sz="1700" dirty="0"/>
              <a:t>:</a:t>
            </a:r>
            <a:endParaRPr lang="en-US" altLang="ko-KR" sz="1900" b="1" dirty="0"/>
          </a:p>
          <a:p>
            <a:endParaRPr lang="en-US" altLang="ko-KR" sz="1700" dirty="0"/>
          </a:p>
          <a:p>
            <a:endParaRPr lang="en-US" altLang="ko-KR" sz="1900" dirty="0"/>
          </a:p>
        </p:txBody>
      </p:sp>
    </p:spTree>
    <p:extLst>
      <p:ext uri="{BB962C8B-B14F-4D97-AF65-F5344CB8AC3E}">
        <p14:creationId xmlns:p14="http://schemas.microsoft.com/office/powerpoint/2010/main" val="2843236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705C-2B46-5220-85A5-6D01C89E7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B5CA80F-B72F-D53E-EF6A-2F9E675E6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736" y="404502"/>
            <a:ext cx="1204090" cy="361668"/>
          </a:xfrm>
          <a:prstGeom prst="rect">
            <a:avLst/>
          </a:prstGeom>
        </p:spPr>
      </p:pic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8CCF7CE1-62A5-D710-7417-32E6E34ECE52}"/>
              </a:ext>
            </a:extLst>
          </p:cNvPr>
          <p:cNvCxnSpPr>
            <a:cxnSpLocks/>
          </p:cNvCxnSpPr>
          <p:nvPr/>
        </p:nvCxnSpPr>
        <p:spPr>
          <a:xfrm>
            <a:off x="380144" y="404502"/>
            <a:ext cx="10054037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제목 4">
            <a:extLst>
              <a:ext uri="{FF2B5EF4-FFF2-40B4-BE49-F238E27FC236}">
                <a16:creationId xmlns:a16="http://schemas.microsoft.com/office/drawing/2014/main" id="{45411AA4-9DA0-5896-62AA-CB3CEFA1815A}"/>
              </a:ext>
            </a:extLst>
          </p:cNvPr>
          <p:cNvSpPr txBox="1">
            <a:spLocks/>
          </p:cNvSpPr>
          <p:nvPr/>
        </p:nvSpPr>
        <p:spPr>
          <a:xfrm>
            <a:off x="342566" y="216861"/>
            <a:ext cx="4575798" cy="736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60000"/>
              </a:lnSpc>
            </a:pPr>
            <a:r>
              <a:rPr lang="en-US" altLang="ko-KR" sz="20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4.</a:t>
            </a:r>
            <a:r>
              <a:rPr lang="ko-KR" altLang="en-US" sz="20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중간 진행 상황</a:t>
            </a:r>
            <a:endParaRPr lang="ko-Kore-KR" altLang="en-US" sz="2000" b="1" dirty="0">
              <a:solidFill>
                <a:schemeClr val="bg2">
                  <a:lumMod val="25000"/>
                </a:schemeClr>
              </a:solidFill>
              <a:latin typeface="NanumSquareOTF_ac" panose="020B0600000101010101" pitchFamily="34" charset="-127"/>
              <a:ea typeface="NanumSquareOTF_ac" panose="020B0600000101010101" pitchFamily="34" charset="-127"/>
            </a:endParaRPr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8594DB7A-E8F8-780E-9643-5B1CBBFD6A76}"/>
              </a:ext>
            </a:extLst>
          </p:cNvPr>
          <p:cNvCxnSpPr>
            <a:cxnSpLocks/>
          </p:cNvCxnSpPr>
          <p:nvPr/>
        </p:nvCxnSpPr>
        <p:spPr>
          <a:xfrm>
            <a:off x="380144" y="1171480"/>
            <a:ext cx="11422719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33DDC55F-6977-1E90-5B64-1C8885996667}"/>
              </a:ext>
            </a:extLst>
          </p:cNvPr>
          <p:cNvCxnSpPr>
            <a:cxnSpLocks/>
          </p:cNvCxnSpPr>
          <p:nvPr/>
        </p:nvCxnSpPr>
        <p:spPr>
          <a:xfrm>
            <a:off x="380144" y="6325902"/>
            <a:ext cx="11423682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A297B73-7099-09B3-95F6-65C386EF88CE}"/>
              </a:ext>
            </a:extLst>
          </p:cNvPr>
          <p:cNvSpPr txBox="1"/>
          <p:nvPr/>
        </p:nvSpPr>
        <p:spPr>
          <a:xfrm>
            <a:off x="731739" y="1302428"/>
            <a:ext cx="11071124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900" b="1" dirty="0"/>
              <a:t>Part1 </a:t>
            </a:r>
            <a:r>
              <a:rPr lang="ko-KR" altLang="en-US" sz="1900" b="1" dirty="0"/>
              <a:t>무역 수출 서프라이즈 정의하기</a:t>
            </a:r>
            <a:r>
              <a:rPr lang="en-US" altLang="ko-KR" sz="1700" dirty="0"/>
              <a:t>:</a:t>
            </a:r>
          </a:p>
          <a:p>
            <a:r>
              <a:rPr lang="en-US" altLang="ko-KR" sz="1700" dirty="0"/>
              <a:t>- </a:t>
            </a:r>
          </a:p>
          <a:p>
            <a:endParaRPr lang="en-US" altLang="ko-KR" sz="1700" b="1" dirty="0"/>
          </a:p>
          <a:p>
            <a:r>
              <a:rPr lang="en-US" altLang="ko-KR" sz="1900" b="1" dirty="0"/>
              <a:t>Part2 </a:t>
            </a:r>
            <a:r>
              <a:rPr lang="ko-KR" altLang="en-US" sz="1900" b="1" dirty="0"/>
              <a:t>벤더 퀄리티 검증하기</a:t>
            </a:r>
            <a:r>
              <a:rPr lang="en-US" altLang="ko-KR" sz="1700" dirty="0"/>
              <a:t>:</a:t>
            </a:r>
          </a:p>
          <a:p>
            <a:r>
              <a:rPr lang="en-US" altLang="ko-KR" sz="1700" b="1" dirty="0"/>
              <a:t>- </a:t>
            </a:r>
            <a:endParaRPr lang="en-US" altLang="ko-KR" sz="1900" b="1" dirty="0"/>
          </a:p>
          <a:p>
            <a:endParaRPr lang="en-US" altLang="ko-KR" sz="1700" dirty="0"/>
          </a:p>
          <a:p>
            <a:endParaRPr lang="en-US" altLang="ko-KR" sz="1900" dirty="0"/>
          </a:p>
        </p:txBody>
      </p:sp>
    </p:spTree>
    <p:extLst>
      <p:ext uri="{BB962C8B-B14F-4D97-AF65-F5344CB8AC3E}">
        <p14:creationId xmlns:p14="http://schemas.microsoft.com/office/powerpoint/2010/main" val="1634836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8A3B6-F290-7D9B-5294-17C5F3633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F6B4554-4F0B-AFA8-B97A-69A4E8F5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736" y="404502"/>
            <a:ext cx="1204090" cy="361668"/>
          </a:xfrm>
          <a:prstGeom prst="rect">
            <a:avLst/>
          </a:prstGeom>
        </p:spPr>
      </p:pic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67BCFC98-D612-9A41-C97B-E10CAFEB4A2B}"/>
              </a:ext>
            </a:extLst>
          </p:cNvPr>
          <p:cNvCxnSpPr>
            <a:cxnSpLocks/>
          </p:cNvCxnSpPr>
          <p:nvPr/>
        </p:nvCxnSpPr>
        <p:spPr>
          <a:xfrm>
            <a:off x="380144" y="404502"/>
            <a:ext cx="10054037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제목 4">
            <a:extLst>
              <a:ext uri="{FF2B5EF4-FFF2-40B4-BE49-F238E27FC236}">
                <a16:creationId xmlns:a16="http://schemas.microsoft.com/office/drawing/2014/main" id="{9B3817F6-512F-3E13-F779-84CA7B6B5269}"/>
              </a:ext>
            </a:extLst>
          </p:cNvPr>
          <p:cNvSpPr txBox="1">
            <a:spLocks/>
          </p:cNvSpPr>
          <p:nvPr/>
        </p:nvSpPr>
        <p:spPr>
          <a:xfrm>
            <a:off x="342566" y="216861"/>
            <a:ext cx="4575798" cy="736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60000"/>
              </a:lnSpc>
            </a:pPr>
            <a:r>
              <a:rPr lang="en-US" altLang="ko-KR" sz="20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5.</a:t>
            </a:r>
            <a:r>
              <a:rPr lang="ko-KR" altLang="en-US" sz="20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향후 수행 계획</a:t>
            </a:r>
            <a:endParaRPr lang="ko-Kore-KR" altLang="en-US" sz="2000" b="1" dirty="0">
              <a:solidFill>
                <a:schemeClr val="bg2">
                  <a:lumMod val="25000"/>
                </a:schemeClr>
              </a:solidFill>
              <a:latin typeface="NanumSquareOTF_ac" panose="020B0600000101010101" pitchFamily="34" charset="-127"/>
              <a:ea typeface="NanumSquareOTF_ac" panose="020B0600000101010101" pitchFamily="34" charset="-127"/>
            </a:endParaRPr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5CA34414-8783-286B-D4D7-C30D65425A47}"/>
              </a:ext>
            </a:extLst>
          </p:cNvPr>
          <p:cNvCxnSpPr>
            <a:cxnSpLocks/>
          </p:cNvCxnSpPr>
          <p:nvPr/>
        </p:nvCxnSpPr>
        <p:spPr>
          <a:xfrm>
            <a:off x="380144" y="1171480"/>
            <a:ext cx="11422719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32E24754-67C8-F259-577F-06801E3EB21C}"/>
              </a:ext>
            </a:extLst>
          </p:cNvPr>
          <p:cNvCxnSpPr>
            <a:cxnSpLocks/>
          </p:cNvCxnSpPr>
          <p:nvPr/>
        </p:nvCxnSpPr>
        <p:spPr>
          <a:xfrm>
            <a:off x="380144" y="6325902"/>
            <a:ext cx="11423682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0DA375-C68D-9865-EFE9-A38F10050C75}"/>
              </a:ext>
            </a:extLst>
          </p:cNvPr>
          <p:cNvSpPr txBox="1"/>
          <p:nvPr/>
        </p:nvSpPr>
        <p:spPr>
          <a:xfrm>
            <a:off x="731739" y="1302428"/>
            <a:ext cx="11071124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900" b="1" dirty="0"/>
              <a:t>프로젝트 목표</a:t>
            </a:r>
            <a:r>
              <a:rPr lang="en-US" altLang="ko-KR" sz="1700" dirty="0"/>
              <a:t>:</a:t>
            </a:r>
            <a:endParaRPr lang="en-US" altLang="ko-KR" sz="1900" b="1" dirty="0"/>
          </a:p>
          <a:p>
            <a:endParaRPr lang="en-US" altLang="ko-KR" sz="1700" dirty="0"/>
          </a:p>
          <a:p>
            <a:endParaRPr lang="en-US" altLang="ko-KR" sz="1900" dirty="0"/>
          </a:p>
        </p:txBody>
      </p:sp>
    </p:spTree>
    <p:extLst>
      <p:ext uri="{BB962C8B-B14F-4D97-AF65-F5344CB8AC3E}">
        <p14:creationId xmlns:p14="http://schemas.microsoft.com/office/powerpoint/2010/main" val="1471377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63F86-A1D9-51B8-A77E-148DF0F9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05ED3BC-9C23-F615-E904-CF84D5BD6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736" y="404502"/>
            <a:ext cx="1204090" cy="361668"/>
          </a:xfrm>
          <a:prstGeom prst="rect">
            <a:avLst/>
          </a:prstGeom>
        </p:spPr>
      </p:pic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079F4262-7185-B2D8-840E-DBEEC97C60B5}"/>
              </a:ext>
            </a:extLst>
          </p:cNvPr>
          <p:cNvCxnSpPr>
            <a:cxnSpLocks/>
          </p:cNvCxnSpPr>
          <p:nvPr/>
        </p:nvCxnSpPr>
        <p:spPr>
          <a:xfrm>
            <a:off x="380144" y="404502"/>
            <a:ext cx="2701259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CB377BDF-927A-5C8E-C34C-561FE797F5EC}"/>
              </a:ext>
            </a:extLst>
          </p:cNvPr>
          <p:cNvCxnSpPr>
            <a:cxnSpLocks/>
          </p:cNvCxnSpPr>
          <p:nvPr/>
        </p:nvCxnSpPr>
        <p:spPr>
          <a:xfrm>
            <a:off x="380144" y="6522445"/>
            <a:ext cx="2701259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4">
            <a:extLst>
              <a:ext uri="{FF2B5EF4-FFF2-40B4-BE49-F238E27FC236}">
                <a16:creationId xmlns:a16="http://schemas.microsoft.com/office/drawing/2014/main" id="{DE9FDAA8-1717-2923-974F-23F404FCB898}"/>
              </a:ext>
            </a:extLst>
          </p:cNvPr>
          <p:cNvSpPr txBox="1">
            <a:spLocks/>
          </p:cNvSpPr>
          <p:nvPr/>
        </p:nvSpPr>
        <p:spPr>
          <a:xfrm>
            <a:off x="578093" y="2158099"/>
            <a:ext cx="10976598" cy="1416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0" b="1" dirty="0">
                <a:solidFill>
                  <a:schemeClr val="bg2">
                    <a:lumMod val="25000"/>
                  </a:schemeClr>
                </a:solidFill>
                <a:latin typeface="NanumSquareOTF_ac ExtraBold" panose="020B0600000101010101" pitchFamily="34" charset="-127"/>
                <a:ea typeface="NanumSquareOTF_ac ExtraBold" panose="020B0600000101010101" pitchFamily="34" charset="-127"/>
              </a:rPr>
              <a:t>Q</a:t>
            </a:r>
            <a:r>
              <a:rPr lang="en-US" altLang="ko-KR" sz="7000" b="1" dirty="0">
                <a:solidFill>
                  <a:schemeClr val="bg2">
                    <a:lumMod val="25000"/>
                  </a:schemeClr>
                </a:solidFill>
                <a:latin typeface="NanumSquareOTF_ac ExtraBold" panose="020B0600000101010101" pitchFamily="34" charset="-127"/>
                <a:ea typeface="NanumSquareOTF_ac ExtraBold" panose="020B0600000101010101" pitchFamily="34" charset="-127"/>
              </a:rPr>
              <a:t>&amp;</a:t>
            </a:r>
            <a:r>
              <a:rPr lang="en-US" altLang="ko-KR" sz="10000" b="1" dirty="0">
                <a:solidFill>
                  <a:schemeClr val="bg2">
                    <a:lumMod val="25000"/>
                  </a:schemeClr>
                </a:solidFill>
                <a:latin typeface="NanumSquareOTF_ac ExtraBold" panose="020B0600000101010101" pitchFamily="34" charset="-127"/>
                <a:ea typeface="NanumSquareOTF_ac ExtraBold" panose="020B0600000101010101" pitchFamily="34" charset="-127"/>
              </a:rPr>
              <a:t>A</a:t>
            </a:r>
            <a:endParaRPr lang="ko-Kore-KR" altLang="en-US" sz="10000" dirty="0">
              <a:solidFill>
                <a:schemeClr val="bg2">
                  <a:lumMod val="25000"/>
                </a:schemeClr>
              </a:solidFill>
              <a:latin typeface="NanumSquareOTF_ac ExtraBold" panose="020B0600000101010101" pitchFamily="34" charset="-127"/>
              <a:ea typeface="NanumSquareOTF_ac ExtraBold" panose="020B0600000101010101" pitchFamily="34" charset="-127"/>
            </a:endParaRPr>
          </a:p>
        </p:txBody>
      </p:sp>
      <p:pic>
        <p:nvPicPr>
          <p:cNvPr id="8" name="그림 7" descr="표지판, 시계, 그리기이(가) 표시된 사진&#10;&#10;자동 생성된 설명">
            <a:extLst>
              <a:ext uri="{FF2B5EF4-FFF2-40B4-BE49-F238E27FC236}">
                <a16:creationId xmlns:a16="http://schemas.microsoft.com/office/drawing/2014/main" id="{E87AE10A-BB2C-C27A-F553-DF20C0E20C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10387405" y="5823939"/>
            <a:ext cx="1416421" cy="664177"/>
          </a:xfrm>
          <a:prstGeom prst="rect">
            <a:avLst/>
          </a:prstGeom>
        </p:spPr>
      </p:pic>
      <p:sp>
        <p:nvSpPr>
          <p:cNvPr id="9" name="제목 4">
            <a:extLst>
              <a:ext uri="{FF2B5EF4-FFF2-40B4-BE49-F238E27FC236}">
                <a16:creationId xmlns:a16="http://schemas.microsoft.com/office/drawing/2014/main" id="{DF3D0C9A-2C0A-7699-75F7-BF4808B1B2B8}"/>
              </a:ext>
            </a:extLst>
          </p:cNvPr>
          <p:cNvSpPr txBox="1">
            <a:spLocks/>
          </p:cNvSpPr>
          <p:nvPr/>
        </p:nvSpPr>
        <p:spPr>
          <a:xfrm>
            <a:off x="342566" y="5182613"/>
            <a:ext cx="3806647" cy="12708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60000"/>
              </a:lnSpc>
            </a:pPr>
            <a:r>
              <a:rPr lang="ko-KR" altLang="en-US" sz="1400" b="1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김민상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(AI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응용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/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모바일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)</a:t>
            </a:r>
          </a:p>
          <a:p>
            <a:pPr algn="l">
              <a:lnSpc>
                <a:spcPct val="160000"/>
              </a:lnSpc>
            </a:pPr>
            <a:r>
              <a:rPr lang="ko-KR" altLang="en-US" sz="1400" b="1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임재모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(</a:t>
            </a:r>
            <a:r>
              <a:rPr lang="ko-KR" altLang="en-US" sz="1400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웹공학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/AI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응용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)</a:t>
            </a:r>
          </a:p>
          <a:p>
            <a:pPr algn="l">
              <a:lnSpc>
                <a:spcPct val="160000"/>
              </a:lnSpc>
            </a:pP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최준희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(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모바일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/</a:t>
            </a:r>
            <a:r>
              <a:rPr lang="ko-KR" altLang="en-US" sz="1400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웹공학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)</a:t>
            </a:r>
          </a:p>
          <a:p>
            <a:pPr algn="l">
              <a:lnSpc>
                <a:spcPct val="160000"/>
              </a:lnSpc>
            </a:pPr>
            <a:r>
              <a:rPr lang="ko-KR" altLang="en-US" sz="1400" b="1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최은비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(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모바일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/</a:t>
            </a:r>
            <a:r>
              <a:rPr lang="ko-KR" altLang="en-US" sz="1400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디콘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555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00EC87-6126-224D-8B19-434AED84E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736" y="404502"/>
            <a:ext cx="1204090" cy="361668"/>
          </a:xfrm>
          <a:prstGeom prst="rect">
            <a:avLst/>
          </a:prstGeom>
        </p:spPr>
      </p:pic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190D9E5B-B05E-DF4C-B658-E3361489B7D3}"/>
              </a:ext>
            </a:extLst>
          </p:cNvPr>
          <p:cNvCxnSpPr>
            <a:cxnSpLocks/>
          </p:cNvCxnSpPr>
          <p:nvPr/>
        </p:nvCxnSpPr>
        <p:spPr>
          <a:xfrm>
            <a:off x="380144" y="404502"/>
            <a:ext cx="2701259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56EA8979-7965-3E4C-A2AA-30472A0B4AF8}"/>
              </a:ext>
            </a:extLst>
          </p:cNvPr>
          <p:cNvCxnSpPr>
            <a:cxnSpLocks/>
          </p:cNvCxnSpPr>
          <p:nvPr/>
        </p:nvCxnSpPr>
        <p:spPr>
          <a:xfrm>
            <a:off x="380144" y="6522445"/>
            <a:ext cx="2701259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4">
            <a:extLst>
              <a:ext uri="{FF2B5EF4-FFF2-40B4-BE49-F238E27FC236}">
                <a16:creationId xmlns:a16="http://schemas.microsoft.com/office/drawing/2014/main" id="{760DE859-F08B-8F4A-9398-119161BF99DA}"/>
              </a:ext>
            </a:extLst>
          </p:cNvPr>
          <p:cNvSpPr txBox="1">
            <a:spLocks/>
          </p:cNvSpPr>
          <p:nvPr/>
        </p:nvSpPr>
        <p:spPr>
          <a:xfrm>
            <a:off x="578093" y="2158099"/>
            <a:ext cx="10976598" cy="1416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5000" b="1" dirty="0">
                <a:solidFill>
                  <a:schemeClr val="bg2">
                    <a:lumMod val="25000"/>
                  </a:schemeClr>
                </a:solidFill>
                <a:latin typeface="NanumSquareOTF_ac ExtraBold" panose="020B0600000101010101" pitchFamily="34" charset="-127"/>
                <a:ea typeface="NanumSquareOTF_ac ExtraBold" panose="020B0600000101010101" pitchFamily="34" charset="-127"/>
              </a:rPr>
              <a:t>감사합니다</a:t>
            </a:r>
            <a:endParaRPr lang="ko-Kore-KR" altLang="en-US" sz="5000" dirty="0">
              <a:solidFill>
                <a:schemeClr val="bg2">
                  <a:lumMod val="25000"/>
                </a:schemeClr>
              </a:solidFill>
              <a:latin typeface="NanumSquareOTF_ac ExtraBold" panose="020B0600000101010101" pitchFamily="34" charset="-127"/>
              <a:ea typeface="NanumSquareOTF_ac ExtraBold" panose="020B0600000101010101" pitchFamily="34" charset="-127"/>
            </a:endParaRPr>
          </a:p>
        </p:txBody>
      </p:sp>
      <p:pic>
        <p:nvPicPr>
          <p:cNvPr id="8" name="그림 7" descr="표지판, 시계, 그리기이(가) 표시된 사진&#10;&#10;자동 생성된 설명">
            <a:extLst>
              <a:ext uri="{FF2B5EF4-FFF2-40B4-BE49-F238E27FC236}">
                <a16:creationId xmlns:a16="http://schemas.microsoft.com/office/drawing/2014/main" id="{09996669-02AB-2F44-9C78-0E194A08CA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10387405" y="5823939"/>
            <a:ext cx="1416421" cy="664177"/>
          </a:xfrm>
          <a:prstGeom prst="rect">
            <a:avLst/>
          </a:prstGeom>
        </p:spPr>
      </p:pic>
      <p:sp>
        <p:nvSpPr>
          <p:cNvPr id="9" name="제목 4">
            <a:extLst>
              <a:ext uri="{FF2B5EF4-FFF2-40B4-BE49-F238E27FC236}">
                <a16:creationId xmlns:a16="http://schemas.microsoft.com/office/drawing/2014/main" id="{18A0F203-A643-7F5A-F871-F030C721FC29}"/>
              </a:ext>
            </a:extLst>
          </p:cNvPr>
          <p:cNvSpPr txBox="1">
            <a:spLocks/>
          </p:cNvSpPr>
          <p:nvPr/>
        </p:nvSpPr>
        <p:spPr>
          <a:xfrm>
            <a:off x="342566" y="5182613"/>
            <a:ext cx="3806647" cy="12708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60000"/>
              </a:lnSpc>
            </a:pPr>
            <a:r>
              <a:rPr lang="ko-KR" altLang="en-US" sz="1400" b="1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김민상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(AI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응용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/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모바일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)</a:t>
            </a:r>
          </a:p>
          <a:p>
            <a:pPr algn="l">
              <a:lnSpc>
                <a:spcPct val="160000"/>
              </a:lnSpc>
            </a:pPr>
            <a:r>
              <a:rPr lang="ko-KR" altLang="en-US" sz="1400" b="1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임재모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(</a:t>
            </a:r>
            <a:r>
              <a:rPr lang="ko-KR" altLang="en-US" sz="1400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웹공학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/AI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응용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)</a:t>
            </a:r>
          </a:p>
          <a:p>
            <a:pPr algn="l">
              <a:lnSpc>
                <a:spcPct val="160000"/>
              </a:lnSpc>
            </a:pP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최준희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(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모바일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/</a:t>
            </a:r>
            <a:r>
              <a:rPr lang="ko-KR" altLang="en-US" sz="1400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웹공학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)</a:t>
            </a:r>
          </a:p>
          <a:p>
            <a:pPr algn="l">
              <a:lnSpc>
                <a:spcPct val="160000"/>
              </a:lnSpc>
            </a:pPr>
            <a:r>
              <a:rPr lang="ko-KR" altLang="en-US" sz="1400" b="1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최은비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(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모바일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/</a:t>
            </a:r>
            <a:r>
              <a:rPr lang="ko-KR" altLang="en-US" sz="1400" dirty="0" err="1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디콘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NanumSquareOTF_ac" panose="020B0600000101010101" pitchFamily="34" charset="-127"/>
                <a:ea typeface="NanumSquareOTF_ac" panose="020B0600000101010101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6051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147</Words>
  <Application>Microsoft Office PowerPoint</Application>
  <PresentationFormat>와이드스크린</PresentationFormat>
  <Paragraphs>32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NanumSquareOTF_ac</vt:lpstr>
      <vt:lpstr>NanumSquareOTF_ac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Minsang Kim</dc:creator>
  <cp:lastModifiedBy>Minsang Kim</cp:lastModifiedBy>
  <cp:revision>1</cp:revision>
  <dcterms:created xsi:type="dcterms:W3CDTF">2024-05-31T02:54:58Z</dcterms:created>
  <dcterms:modified xsi:type="dcterms:W3CDTF">2025-11-11T03:14:17Z</dcterms:modified>
</cp:coreProperties>
</file>